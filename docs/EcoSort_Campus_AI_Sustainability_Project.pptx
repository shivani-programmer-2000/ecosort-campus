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line: EcoSort Campus helps people sort campus waste correctly under the new four-stream rules. Mention that IBM Bob is used to build it and IBM Granite + RAG power the answers. Replace [Your Name] and [College Name]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statement in the required format. Explain that SDG 12 is the main focus; SDG 11 and 13 are supporting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thinking stages 1 and 2. Ask the audience: when did you last stand at a bin unsure where something goes? Add your own observations from your campus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knowledge the assistant is grounded in. The assistant retrieves the exact passage rather than answering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the four guideline questions: what problem, who is affected, why AI (language understanding, images, grounded retrieval, scale) and what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the two exits at the end: the assistant either gives a sourced answer or admits it is unsure. That is the transparency and safety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Bob is used during development (planning, coding, testing, documentation, review) and that a human reviews all output. Add a screenshot of your own Bob session here once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prompt logic. Point out rule 1 (only use context) and rule 3 (say Not sure): these are what make the assistant trustworthy. Replace with your final tested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last row on purpose: a trustworthy assistant knows what it does not know. Replace with real screenshots once your prototype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mandatory Responsible AI Considerations section: fairness, transparency, ethics and privacy, each with a concrete design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thinking stages 1 to 5 mapped to this project, followed by a small realistic pilot. Update the pilot location and dates to match your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planned measures, not results yet. After your pilot, replace with actual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message: you are not solving the whole world's waste problem, but you are showing a responsible, practical use of AI that can be replicated.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7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× IBM SkillsBuild × AICTE  |  AI for Sustainability Virtual Internship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EcoSort Campus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tells students and staff which of the four waste streams every item belongs to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86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7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914400"/>
            <a:ext cx="2194560" cy="21945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109728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3520440"/>
            <a:ext cx="2560320" cy="384048"/>
          </a:xfrm>
          <a:prstGeom prst="roundRect">
            <a:avLst>
              <a:gd name="adj" fmla="val 47619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3520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 ·  Primary focus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4023360"/>
            <a:ext cx="2560320" cy="384048"/>
          </a:xfrm>
          <a:prstGeom prst="roundRect">
            <a:avLst>
              <a:gd name="adj" fmla="val 47619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4023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 ·  SDG 13  ·  Secondary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SDG alignment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7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help students and staff segregate campus waste correctly at source so that campus waste management can become more sustainable?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7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hostel residents · canteen and housekeeping staff · campus sustainability team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1887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23560" y="1417320"/>
            <a:ext cx="594360" cy="594360"/>
          </a:xfrm>
          <a:prstGeom prst="ellipse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280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· Primary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and Production: correct sorting keeps materials in use.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2377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2606040"/>
            <a:ext cx="594360" cy="594360"/>
          </a:xfrm>
          <a:prstGeom prst="ellipse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68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· Secondary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and Communities: cleaner, safer campus and neighbourhood.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356616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3794760"/>
            <a:ext cx="594360" cy="594360"/>
          </a:xfrm>
          <a:prstGeom prst="ellipse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· Secondary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Action: less mixed organic waste in landfills means less methane.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Empathize &amp; define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24328" cy="310896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faces it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hostel residents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 and housekeeping staff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sustainability team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community sharing the same collection system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624328" cy="310896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3008" y="137160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78808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persists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1031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changed in April 2026; habits did not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items cause doubt: batteries, tissues, wrappers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cannot answer "what about this item?"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 ask at 11 pm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71616" y="1188720"/>
            <a:ext cx="2624328" cy="310896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0216" y="1371600"/>
            <a:ext cx="548640" cy="548640"/>
          </a:xfrm>
          <a:prstGeom prst="ellipse">
            <a:avLst/>
          </a:prstGeom>
          <a:solidFill>
            <a:srgbClr val="C26A12"/>
          </a:solidFill>
          <a:ln w="12700">
            <a:solidFill>
              <a:srgbClr val="C26A1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86016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gaps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1031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instant, item-level guidance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bins contaminate recyclables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long legal text, not user-friendly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which items confuse people most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Solid Waste Management Rules, 2026 (MoEFCC) make four-stream segregation at source mandatory from 1 April 2026, replacing the earlier three-stream system.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waste streams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463040"/>
            <a:ext cx="640080" cy="64008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5176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scraps, fruit and vegetable peels, flowers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Composting or bio-methanation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463040"/>
            <a:ext cx="640080" cy="6400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65176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Plastic, paper, metal, glass, wood, rubber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Recovery Facility for sorting and recycling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rgbClr val="C26A12"/>
          </a:solidFill>
          <a:ln w="12700">
            <a:solidFill>
              <a:srgbClr val="C26A1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6230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Sanitary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65176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diapers, sanitary pads, tampons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securely and stored separately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66560" y="12344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06640" y="1463040"/>
            <a:ext cx="640080" cy="640080"/>
          </a:xfrm>
          <a:prstGeom prst="ellipse">
            <a:avLst/>
          </a:prstGeom>
          <a:solidFill>
            <a:srgbClr val="8E4585"/>
          </a:solidFill>
          <a:ln w="12700">
            <a:solidFill>
              <a:srgbClr val="8E458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6230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care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65176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Bulbs, batteries, expired medicines, paint cans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</a:t>
            </a:r>
            <a:endParaRPr lang="en-US" sz="10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collection centres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SWM Rules, 2026 (MoEFCC), in force from 1 April 2026. Stream colours on this slide are illustrative; the assistant follows the bin colours used on your campus.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35024"/>
            <a:ext cx="475488" cy="4754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538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words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"used tea bag" or upload a photo of the item.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75688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2221992"/>
            <a:ext cx="475488" cy="4754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408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1214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Stream, one-line reason, how to dispose, and the source passage.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962656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" y="3108960"/>
            <a:ext cx="475488" cy="4754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2278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00837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fallback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rules do not cover the item, it says "Not sure" and points to a person.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849624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1792" y="3995928"/>
            <a:ext cx="475488" cy="4754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11480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8953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where people struggle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thumbs up/down show which items to add to the guide.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760720" y="1188720"/>
            <a:ext cx="2926080" cy="3438144"/>
          </a:xfrm>
          <a:prstGeom prst="roundRect">
            <a:avLst>
              <a:gd name="adj" fmla="val 2500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98932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AI?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989320" y="192024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 handles endless item names and spellings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 helps when people cannot name the item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ties every answer to the official text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24×7 for every hostel and canteen at no extra staff cost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41832" y="1298448"/>
            <a:ext cx="402336" cy="40233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39903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text or photo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28800" y="1828800"/>
            <a:ext cx="342900" cy="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71700" y="118872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56332" y="1298448"/>
            <a:ext cx="402336" cy="40233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16" y="13990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6314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understand the query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43300" y="1828800"/>
            <a:ext cx="342900" cy="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886200" y="118872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70832" y="1298448"/>
            <a:ext cx="402336" cy="40233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39903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7764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matching rules (RAG)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257800" y="1828800"/>
            <a:ext cx="342900" cy="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600700" y="118872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85332" y="1298448"/>
            <a:ext cx="402336" cy="40233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39903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9214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drafts the answer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972300" y="1828800"/>
            <a:ext cx="342900" cy="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315200" y="1188720"/>
            <a:ext cx="1371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99832" y="1298448"/>
            <a:ext cx="402336" cy="40233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139903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0664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safety check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572000" y="2468880"/>
            <a:ext cx="0" cy="59436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  <a:headEnd type="triangle"/>
          </a:ln>
        </p:spPr>
      </p:sp>
      <p:sp>
        <p:nvSpPr>
          <p:cNvPr id="28" name="Shape 21"/>
          <p:cNvSpPr/>
          <p:nvPr/>
        </p:nvSpPr>
        <p:spPr>
          <a:xfrm>
            <a:off x="3840480" y="306324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DCEBE1"/>
          </a:solidFill>
          <a:ln w="12700">
            <a:solidFill>
              <a:srgbClr val="DCEBE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3886200" y="31089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SWM Rules 2026 · campus bin guide · FAQs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01000" y="2468880"/>
            <a:ext cx="0" cy="27432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86500" y="2743200"/>
            <a:ext cx="1714500" cy="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86500" y="2743200"/>
            <a:ext cx="0" cy="32004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8001000" y="2743200"/>
            <a:ext cx="0" cy="320040"/>
          </a:xfrm>
          <a:prstGeom prst="line">
            <a:avLst/>
          </a:prstGeom>
          <a:noFill/>
          <a:ln w="22225">
            <a:solidFill>
              <a:srgbClr val="1F5F46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5486400" y="30632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DCEBE1"/>
          </a:solidFill>
          <a:ln w="12700">
            <a:solidFill>
              <a:srgbClr val="DCEBE1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559552" y="31089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card: stream, reason, source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246620" y="306324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CE9C8"/>
          </a:solidFill>
          <a:ln w="12700">
            <a:solidFill>
              <a:srgbClr val="FCE9C8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315200" y="31089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sure" and refer to campus desk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57200" y="30632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21792" y="336499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3479292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34440" y="3108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thumbs up/down improve the knowledge base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helps build this pipeline; IBM Granite powers step 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use IBM Bob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my AI development partner at build time.  </a:t>
            </a:r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+ RAG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AI users talk to at run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499616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1488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2631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697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063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my idea into user stories and an architecture.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39696" y="2011680"/>
            <a:ext cx="1499616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60904" y="21488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04" y="22631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31136" y="2697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49424" y="3063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RAG pipeline and a simple chat interface.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822192" y="2011680"/>
            <a:ext cx="1499616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43400" y="21488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26314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13632" y="2697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931920" y="3063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50 test items and unit tests to catch wrong answers.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504688" y="2011680"/>
            <a:ext cx="1499616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25896" y="21488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196" y="226314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596128" y="2697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614416" y="3063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README, code comments and a user guide.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187184" y="2011680"/>
            <a:ext cx="1499616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08392" y="21488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692" y="226314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78624" y="2697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296912" y="3063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code for hard-coded keys and stored personal data.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loop: I read, run and edit everything Bob produces before it is used.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Prototype: prompt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7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(EXCERPT)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You are EcoSort, a campus waste guide.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{top-3 passages from SWM Rules 2026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campus bin guide}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Put the item in ONE stream: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Wet | Dry | Sanitary | Special care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Use ONLY the context. Never guess.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Reply as: Stream / Why (1 line)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dispose / Source.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If the context does not cover the item,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"Not sure" and refer the user 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campus sustainability desk.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Never ask for names or personal data.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ITEM: {user_input}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logic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0" y="169164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79008" y="1819656"/>
            <a:ext cx="365760" cy="365760"/>
          </a:xfrm>
          <a:prstGeom prst="ellipse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728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top 3 passages for the item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42316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79008" y="2551176"/>
            <a:ext cx="365760" cy="365760"/>
          </a:xfrm>
          <a:prstGeom prst="ellipse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597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answers using only those passages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15468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79008" y="3282696"/>
            <a:ext cx="365760" cy="365760"/>
          </a:xfrm>
          <a:prstGeom prst="ellipse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19125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or no source: say "Not sure"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388620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79008" y="4014216"/>
            <a:ext cx="365760" cy="365760"/>
          </a:xfrm>
          <a:prstGeom prst="ellipse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9227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answer card and ask for thumbs up/down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inputs and outputs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06908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ANSWERS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peel from the canteen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0" y="1499616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3E8E5A"/>
          </a:solidFill>
          <a:ln>
            <a:solidFill>
              <a:srgbClr val="3E8E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37160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and fruit waste is composted or bio-methanated. Use the wet bin. Source: SWM Rules 2026, wet waste.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19933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plastic water bottle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0" y="2121408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2F6DB5"/>
          </a:solidFill>
          <a:ln>
            <a:solidFill>
              <a:srgbClr val="2F6D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993392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goes to a recycling facility. Empty it and keep it dry. Source: SWM Rules 2026, dry waste.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26151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sanitary pad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274320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C26A12"/>
          </a:solidFill>
          <a:ln>
            <a:solidFill>
              <a:srgbClr val="C26A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SANITARY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61518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securely and keep it separate from other waste. Source: SWM Rules 2026, sanitary waste.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" y="32369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tube light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0" y="3364992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8E4585"/>
          </a:solidFill>
          <a:ln>
            <a:solidFill>
              <a:srgbClr val="8E45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CARE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323697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Bulbs are special care waste. Take to a designated collection point, not the dry bin. Source: SWM Rules 2026.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5876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4360" y="38587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phone charger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0" y="3986784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5A6B62"/>
          </a:solidFill>
          <a:ln>
            <a:solidFill>
              <a:srgbClr val="5A6B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385876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in my sources, so I will not guess. Please ask the campus sustainability desk.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outputs from the planned prompt. Final wording will be tested with mentors and campus staff.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52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items from many regions and households, use plain language, and keep the tool free and login-free.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252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shows the stream, the reason and the source passage. When unsure, it says so.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292608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63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2852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only: no monitoring or penalising of people. Safety notes for sanitary and hazardous items; no medical advice.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27432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292608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63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2852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 or names. Photos are processed in memory and deleted; only anonymous usage counts are kept.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oversight: mentors and campus staff review test results before any pilot.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and pilot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78408" y="126187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37617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bins and talk to students and housekeeping staff.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39696" y="114300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60904" y="126187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04" y="137617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1284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231136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problem statement, users and gaps.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822192" y="114300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126187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37617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953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913632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chatbot, image tool and RAG assistant; pick the feasible one.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504688" y="114300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25896" y="126187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196" y="137617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596128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diagram, prompt logic and sample outputs.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187184" y="1143000"/>
            <a:ext cx="1499616" cy="1737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08392" y="126187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692" y="137617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603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refine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7278624" y="2075688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feedback, bin audits, fix wrong answers.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4-week pilot plan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457200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594360" y="3520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RAG pipeline with Bob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2560320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2697480" y="3520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test set and fix wrong answers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663440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4800600" y="3520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review, then pilot in one hostel or canteen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6766560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6903720" y="3520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audit before vs after; refine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2432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recyclable streams, more compost, and less mixed waste sent to landfill.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62432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3008" y="13716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78808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103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handling of sanitary and hazardous items, and everyone learns the new rules.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71616" y="1188720"/>
            <a:ext cx="2624328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0216" y="137160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86016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103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re-sorting waste, better recycling value, low cost with open models.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7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IT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Bin-audit accuracy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items in the right bin, before vs after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8328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answers with a correct source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080760" y="3886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 rate and "Not sure" rate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C4A38"/>
          </a:solidFill>
          <a:ln w="12700">
            <a:solidFill>
              <a:srgbClr val="1C4A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if implemented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is sorted correctly at the point of disposal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rules become simple, instant answers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Recyclables stay clean; organic waste is composted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can be re-pointed to any city's rules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C4A38"/>
          </a:solidFill>
          <a:ln w="12700">
            <a:solidFill>
              <a:srgbClr val="1C4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benefits, and how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residents: quick, judgement-free guidance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staff: less mixed and hazardous waste to handle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administration: easier compliance with SWM Rules 2026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community: less pollution, more circular use of resources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7D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be a force for sustainability, inclusion and positive change.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[College Name]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EcoSort Campus - AI for Sustainability</dc:title>
  <dc:subject>PptxGenJS Presentation</dc:subject>
  <dc:creator>PptxGenJS</dc:creator>
  <cp:lastModifiedBy>PptxGenJS</cp:lastModifiedBy>
  <cp:revision>1</cp:revision>
  <dcterms:created xsi:type="dcterms:W3CDTF">2026-09-19T10:16:22Z</dcterms:created>
  <dcterms:modified xsi:type="dcterms:W3CDTF">2026-09-19T10:16:22Z</dcterms:modified>
</cp:coreProperties>
</file>